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HH SUC · DOCUMENTACIÓN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432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 vs. Propuesta 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posibles para la entrega de piezas en sucursal, en igualdad de jerarquía: ninguno está descartado todavía.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539496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95728" y="5394960"/>
            <a:ext cx="147675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95728" y="539496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037076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29684" y="5394960"/>
            <a:ext cx="147675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29684" y="539496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5394960"/>
            <a:ext cx="147675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539496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2540203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60120"/>
            <a:ext cx="25402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ESTA PRESENTACIÓN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508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recorre este instructivo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recorrido compara las dos propuestas documentadas en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"Dos ideas como propuestas"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diagrama de proceso de referencia, sin dar ninguna por elegida.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452360" y="1508760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16952" y="150876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cambio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112264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16952" y="2112264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1 — Usuario nominal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2715768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16952" y="2715768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2 — Usuarios genéricos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3319272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16952" y="331927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3922776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16952" y="3922776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52360" y="4526280"/>
            <a:ext cx="397764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16952" y="4526280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abiertas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14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417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organizada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bloques, del contexto a las preguntas que todavía faltan resolver.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3401568" cy="1728216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67919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1363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447288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plantea el cambio.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9976" y="2514600"/>
            <a:ext cx="3401568" cy="1728216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62856" y="267919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62856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1363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3447288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web, usuario nominal.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82712" y="2514600"/>
            <a:ext cx="3401568" cy="1728216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8165592" y="267919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65592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13639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2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165592" y="3447288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genéricos por sucursal.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443984"/>
            <a:ext cx="3401568" cy="1728216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460857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506577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537667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opera la Propuesta 2 hoy.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79976" y="4443984"/>
            <a:ext cx="3401568" cy="1728216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32" name="Shape 30"/>
          <p:cNvSpPr/>
          <p:nvPr/>
        </p:nvSpPr>
        <p:spPr>
          <a:xfrm>
            <a:off x="4562856" y="460857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62856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62856" y="506577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562856" y="537667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 cada una.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982712" y="4443984"/>
            <a:ext cx="3401568" cy="1728216"/>
          </a:xfrm>
          <a:prstGeom prst="roundRect">
            <a:avLst>
              <a:gd name="adj" fmla="val 3704"/>
            </a:avLst>
          </a:prstGeom>
          <a:solidFill>
            <a:srgbClr val="F2F2F2"/>
          </a:solidFill>
          <a:ln/>
        </p:spPr>
      </p:sp>
      <p:sp>
        <p:nvSpPr>
          <p:cNvPr id="37" name="Shape 35"/>
          <p:cNvSpPr/>
          <p:nvPr/>
        </p:nvSpPr>
        <p:spPr>
          <a:xfrm>
            <a:off x="8165592" y="460857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65592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65592" y="506577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abiertas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165592" y="5376672"/>
            <a:ext cx="3035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 definir.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está evaluando cambiar la forma de entregar piezas en sucursal.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1940357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60120"/>
            <a:ext cx="19403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MOTIVACIÓN DEL CAMBIO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5087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hoy se hace en dos sistemas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774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entrega se registra bajo un usuario genérico que no permite identificar al operador. Si se declara una gestión con HH que no se hizo, la novedad no llega a Track&amp;Trace y la pieza queda sin gestión de entrega.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794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motivación proviene de un documento de la etapa inicial del proceso, hoy </a:t>
            </a:r>
            <a:pPr indent="0" marL="0">
              <a:lnSpc>
                <a:spcPct val="130000"/>
              </a:lnSpc>
              <a:buNone/>
            </a:pPr>
            <a:r>
              <a:rPr lang="en-US" sz="1150" b="1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deprecado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fuente de verdad. No se usa para derivar requisitos, pero sigue siendo la mejor explicación disponible del problema de negocio.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15087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16952" y="1508760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proceso, dos sistemas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2157984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16952" y="2157984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individual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280720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16952" y="2807208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sin detección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para PC o Tablet, con identificación individual del operador.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209031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60120"/>
            <a:ext cx="2090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IDENTIFICACIÓN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463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y contraseña nominales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ingresa con su cuenta individual, no con un usuario compartido de sucursal.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gestión queda </a:t>
            </a:r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atribuida a una persona</a:t>
            </a:r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84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</a:t>
            </a:r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usuarios</a:t>
            </a:r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unidad de negocio.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</a:t>
            </a:r>
            <a:pPr indent="0" marL="0">
              <a:buNone/>
            </a:pPr>
            <a:r>
              <a:rPr lang="en-US" sz="12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roles y perfiles</a:t>
            </a:r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7ED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526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5486400" cy="5074920"/>
          </a:xfrm>
          <a:prstGeom prst="roundRect">
            <a:avLst>
              <a:gd name="adj" fmla="val 2162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76200" dir="5400000">
              <a:srgbClr val="152663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133856"/>
            <a:ext cx="5321808" cy="4910328"/>
          </a:xfrm>
          <a:prstGeom prst="roundRect">
            <a:avLst>
              <a:gd name="adj" fmla="val 93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522208" y="1453896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9191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22208" y="1453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2139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ARGENTINO · PROTOTIPO FUNCIONAL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4140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en sucursal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871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*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0" y="3090672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3493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*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3712464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114800"/>
            <a:ext cx="2743200" cy="310896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DE PRUEBA (WIREFRAME)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7406640" y="4791456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4791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como Operador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06640" y="5120640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0664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como Administrador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5449824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06640" y="5449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Ingresar como Supervisor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2540203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14400"/>
            <a:ext cx="25402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6 PASOS DE LA PROPUESTA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credencial al RDU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31343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706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0815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credenciales individuales.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148840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62856" y="231343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7706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Pieza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0815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ingresa y se abre el formulario.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82712" y="2148840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165592" y="2313432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65592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65592" y="2770632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081528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firma y texto.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261104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442569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8828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51937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completa y se envía.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79976" y="4261104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62856" y="442569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62856" y="48828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T&amp;T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62856" y="51937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el estado de entrega.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82712" y="4261104"/>
            <a:ext cx="3401568" cy="1911096"/>
          </a:xfrm>
          <a:prstGeom prst="roundRect">
            <a:avLst>
              <a:gd name="adj" fmla="val 3349"/>
            </a:avLst>
          </a:prstGeom>
          <a:solidFill>
            <a:srgbClr val="F2F2F2"/>
          </a:solidFill>
          <a:ln/>
        </p:spPr>
      </p:sp>
      <p:sp>
        <p:nvSpPr>
          <p:cNvPr id="36" name="Shape 34"/>
          <p:cNvSpPr/>
          <p:nvPr/>
        </p:nvSpPr>
        <p:spPr>
          <a:xfrm>
            <a:off x="8165592" y="4425696"/>
            <a:ext cx="365760" cy="365760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165592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65592" y="4882896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RDU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165592" y="5193792"/>
            <a:ext cx="30358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como el actual.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261518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601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FALTA ANTES DE OPERAR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508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Precondiciones y prerrequisitos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exige infraestructura de administración antes de poder usarse, y depende de hardware y conectividad en cada puesto.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50876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16952" y="15087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usuarios por unidad de negocio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10312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16952" y="21031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 de roles y perfiles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269748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16952" y="269748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y colector de firma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32918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16952" y="3291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permanente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2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genéricos múltiples por unidad de negocio, sobre el dispositivo móvil actual.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3140050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14400"/>
            <a:ext cx="3140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PROCESO SERÍA EL MISMO AL ACTUAL"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 hoy, según el diagrama de referencia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874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2 declara que replica el proceso actual. El diagrama del proceso tentativo documenta exactamente esa mecánica.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569464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 recibido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92608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 de negocio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42316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18688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28416" y="2569464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envían N tareas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92608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usuario genérico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67528" y="242316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0136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9864" y="2569464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usuario se loguea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769864" y="292608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bajan todas las tareas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08976" y="242316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01584" y="24231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DF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11312" y="2569464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y envía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11312" y="292608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puntual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3639312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FFF7D6"/>
          </a:solidFill>
          <a:ln w="15875">
            <a:solidFill>
              <a:srgbClr val="FFCE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37490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Anula las otras N-1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06908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nuevo, obligatorio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4599432"/>
            <a:ext cx="10607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978408" y="4690872"/>
            <a:ext cx="10195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Bifurcación del diagrama: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confirmar la entrega, ¿se envía novedad de baja de stock? El diagrama contempla ambas ramas; la regla que decide cuándo aplica cada una no está definida.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5532120"/>
            <a:ext cx="7680960" cy="457200"/>
          </a:xfrm>
          <a:prstGeom prst="roundRect">
            <a:avLst>
              <a:gd name="adj" fmla="val 50000"/>
            </a:avLst>
          </a:prstGeom>
          <a:solidFill>
            <a:srgbClr val="FFF7D6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" y="5532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El diagrama está rotulado "PROCESO TENTATIVO": describe intención de proceso, no reglas confirmadas.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60120"/>
            <a:ext cx="3290011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60120"/>
            <a:ext cx="32900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HARDWARE NUEVO, CON RIESGOS PROPIOS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5087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exige y qué reconoce como limitante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comprar equipamiento: reutiliza los dispositivos móviles existentes y trabaja offline. A cambio, el propio documento fuente declara seis limitantes — ninguna beneficio.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5087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16952" y="1508760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dispositivos móviles (HH)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157984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16952" y="2157984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 de conectividad permanente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2807208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16952" y="2807208"/>
            <a:ext cx="3685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b="1" dirty="0">
                <a:solidFill>
                  <a:srgbClr val="152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proceso que ya conoce el operador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468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886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y desventajas de cada propuesta, en sus propios términos.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y desventajas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14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A CARA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es gratis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3272" y="230428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26700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NOMINAL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310896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individual completa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49300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riesgo de doble entrega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387705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 con T&amp;T, sin tareas pendientes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" y="43708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comprar cámara y colector de firma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47548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conectividad total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33272" y="513892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 integración post-confirmación sin definir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5352" y="210312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2F2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01384" y="230428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2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01384" y="267004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97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GENÉRICOS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310896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 en hardware nuevo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349300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sin conexión permanente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01384" y="387705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cambio para el operador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01384" y="4370832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 quién hizo la tarea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01384" y="4754880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doble entrega del mismo envío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01384" y="5138928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más complejo (anulación de tareas)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73736"/>
            <a:ext cx="329184" cy="329184"/>
          </a:xfrm>
          <a:prstGeom prst="ellipse">
            <a:avLst/>
          </a:prstGeom>
          <a:solidFill>
            <a:srgbClr val="FFCE00"/>
          </a:solidFill>
          <a:ln w="22225">
            <a:solidFill>
              <a:srgbClr val="1526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73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801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abiertas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2690165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914400"/>
            <a:ext cx="26901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TODAVÍA NO ESTÁ RESUELTO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falta definir antes de decidir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267712"/>
            <a:ext cx="347472" cy="347472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72491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Asimetría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03580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1 tiene prototipo navegable; la 2 solo existe en papel.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9976" y="2103120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62856" y="2267712"/>
            <a:ext cx="347472" cy="347472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2856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272491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303580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sostiene el documento deprecado.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82712" y="2103120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165592" y="2267712"/>
            <a:ext cx="347472" cy="347472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65592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65592" y="2724912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y Supervisor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03580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propuesta los menciona.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3995928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26" name="Shape 24"/>
          <p:cNvSpPr/>
          <p:nvPr/>
        </p:nvSpPr>
        <p:spPr>
          <a:xfrm>
            <a:off x="960120" y="4160520"/>
            <a:ext cx="347472" cy="347472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012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61772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de stock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4928616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se envía la novedad y cuándo no.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79976" y="3995928"/>
            <a:ext cx="3401568" cy="1691640"/>
          </a:xfrm>
          <a:prstGeom prst="roundRect">
            <a:avLst>
              <a:gd name="adj" fmla="val 3784"/>
            </a:avLst>
          </a:prstGeom>
          <a:solidFill>
            <a:srgbClr val="F2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62856" y="4160520"/>
            <a:ext cx="347472" cy="347472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62856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62856" y="461772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Devolución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562856" y="4928616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9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circuito entra en el alcance de alguna.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2331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7432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propuestas, una decisión pendiente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1 ya tiene un prototipo navegable. La Propuesta 2 tiene el proceso mejor documentado. Ninguna está descartada.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539496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53949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HH SUC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734056" y="5394960"/>
            <a:ext cx="228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5394960"/>
            <a:ext cx="200253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26664" y="539496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Argentino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2026-08-27T13:43:12Z</dcterms:created>
  <dcterms:modified xsi:type="dcterms:W3CDTF">2026-08-27T13:43:12Z</dcterms:modified>
</cp:coreProperties>
</file>